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E006-96BB-4212-DCA6-46C802B4C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6E315-DF2C-9B01-A247-E092633D85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BAD38-4EA5-FAAF-41A7-3988ABBD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F9F70-F14A-3108-EF53-9A8AD400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5B2C1-0AAD-C215-4242-6510E5B1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69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155C8-C6CF-45C9-09EF-4B1261018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082A7-26FE-2D4A-B6C5-A35DF5A5C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FAB03-AAAE-B34D-6BF7-95E319D5E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F2D68-CFA3-B011-F273-DD630443A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B4B74-981F-AE16-291D-BBCD8F32C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93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2544-FE85-D2EA-70B3-F45180DF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9854E-7BFA-02A2-FB8C-BEC3311B4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4BAC4-F821-74D0-773E-9AD0D5B96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C6E88-7682-C9A3-6DD8-52C7CE37B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B1FCD-9656-398B-7D53-AE98E361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6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8B015-8B71-3DC5-0394-4839B23D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BA20D-8BDA-F0AD-B9DF-946030884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4177B-E04F-BE24-9E8F-CF5FE80CD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9DD1C-FAD8-DCBE-D417-DF4C4A1B6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31F92-FAD4-84F2-6EAA-4F49B482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5DF24-2655-7956-366D-D4544E8E2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9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CCF5-D914-1D7C-A7C3-0512FF4AE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C78BB-5BDB-1C70-A406-D10381551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1F65F-B65E-0C41-59A8-504BB0C52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5AA36-4732-F35D-39D3-8F07E68E3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C7B35-5E80-122C-CA88-019F5A6F9C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2206DA-C829-314A-D62A-2C6037CAB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D2B93B-3252-ABB0-E9C7-D0C6BB6F4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020AE3-2F6F-A404-D326-9ED5D6B6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1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6178-8E0C-37C9-7BCD-E327B2E6E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A00F0F-3C74-67AA-29B8-AEE22C82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77D8F-C861-E192-D37A-E52792A8E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12BCD-CAD7-1A70-8BC9-44D714F4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9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A2BE8E-2566-83D9-650F-73649D5E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BF210-04FC-92D2-3870-F297CE6D2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BEDFF-A7EA-398E-A120-9DF15184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9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E91E-D7F8-D2F2-19D7-8DFD0673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461E5-57C3-3F75-D35C-D3E290D01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06146-B587-69D6-6C32-F9626D1E3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2FC75-339B-4F94-72E4-B446ACB8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04D20-146B-DDC4-4779-9EBDA3E8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AD900-18F5-774E-38A4-493656A8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48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9FCC-5C9F-8F84-E805-47DB9BDA4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878F2-A327-B636-B23C-4D5968EC7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2FEBB-BDDB-5CBF-3AF7-22EA0B18C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F706E-3202-9B60-0F48-8626BF3F2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07A81-3828-66F5-E689-FD37494E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BD1F4-CEC2-5F43-B8FC-5A7945D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5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22D2-F7B0-6004-EAF4-FAEC74B68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379D1-5D3C-7067-EAE8-0E1998D35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06919-DFF3-72A9-B5F4-841D5E8C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E1140-C0AD-465B-D9D4-42109CEFC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FB0F9-7B1A-7DDE-A581-7C885232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7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09719-8891-11E0-8D3B-8F02A5D84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7808C-D629-4456-5676-62AB37C4A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92160-4C56-F4DB-97FA-37388E9E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DAB37-FC41-C64F-57C4-1F7E9A8CA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35F86-AB76-0006-74D5-3D8ADFED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2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A7D661-098A-A951-2B12-5D099094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5225A-5D53-2D19-F095-83EC5F4CA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B5EB8-365E-F9E5-44D8-900D390B8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A0515-279C-4D90-8D95-D8DF98C28E5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7D056-61AC-64DD-DFAA-5879A1755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70DAD-C979-C286-FAC0-A30D74D7F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C4FA4-AA80-4566-BFB3-440A54B4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4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BBF7ED-88B2-837D-C2B4-8B9035B7D4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67" b="4667"/>
          <a:stretch>
            <a:fillRect/>
          </a:stretch>
        </p:blipFill>
        <p:spPr>
          <a:xfrm>
            <a:off x="0" y="128016"/>
            <a:ext cx="12192000" cy="640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62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Dewala, Sahab Ram</dc:creator>
  <cp:lastModifiedBy>Dewala, Sahab Ram</cp:lastModifiedBy>
  <cp:revision>2</cp:revision>
  <dcterms:created xsi:type="dcterms:W3CDTF">2025-10-28T17:45:06Z</dcterms:created>
  <dcterms:modified xsi:type="dcterms:W3CDTF">2025-10-28T17:48:21Z</dcterms:modified>
</cp:coreProperties>
</file>